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ICON1C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the Mandala Brand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CLUB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321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914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Mandala to multiple locations across Singapore — the undisputed leader in premium social clubs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691640"/>
            <a:ext cx="457200" cy="32004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Members-only lounges,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events, curated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programming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55448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</p:spPr>
      </p:sp>
      <p:sp>
        <p:nvSpPr>
          <p:cNvPr id="16" name="Shape 14"/>
          <p:cNvSpPr/>
          <p:nvPr/>
        </p:nvSpPr>
        <p:spPr>
          <a:xfrm>
            <a:off x="2715768" y="1691640"/>
            <a:ext cx="457200" cy="32004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15768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F&amp;B concepts,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menus, private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experiences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55448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</p:spPr>
      </p:sp>
      <p:sp>
        <p:nvSpPr>
          <p:cNvPr id="20" name="Shape 18"/>
          <p:cNvSpPr/>
          <p:nvPr/>
        </p:nvSpPr>
        <p:spPr>
          <a:xfrm>
            <a:off x="4837176" y="1691640"/>
            <a:ext cx="457200" cy="32004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37176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bath &amp; sauna, longevity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labs, holistic fitness,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clarity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21424" y="155448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958584" y="1691640"/>
            <a:ext cx="457200" cy="32004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58584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Padel, pickleball, racquet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with premium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&amp; coaching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2834640" cy="1554480"/>
          </a:xfrm>
          <a:prstGeom prst="roundRect">
            <a:avLst>
              <a:gd name="adj" fmla="val 3529"/>
            </a:avLst>
          </a:prstGeom>
          <a:solidFill>
            <a:srgbClr val="E0E0E0"/>
          </a:solidFill>
          <a:ln w="6350">
            <a:solidFill>
              <a:srgbClr val="CCCCCC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Venue Concept / Rendering 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108960"/>
            <a:ext cx="2834640" cy="1554480"/>
          </a:xfrm>
          <a:prstGeom prst="roundRect">
            <a:avLst>
              <a:gd name="adj" fmla="val 3529"/>
            </a:avLst>
          </a:prstGeom>
          <a:solidFill>
            <a:srgbClr val="E0E0E0"/>
          </a:solidFill>
          <a:ln w="6350">
            <a:solidFill>
              <a:srgbClr val="CCCCC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47472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Location / Interior 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10896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218688"/>
            <a:ext cx="457200" cy="32004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touchpoints = higher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engagement, stronger retention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as blueprint for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Asia expansion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 model for 2026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SG venues, wellness,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Dubai, and M&amp;A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2026-05-23T14:13:48Z</dcterms:created>
  <dcterms:modified xsi:type="dcterms:W3CDTF">2026-05-23T14:13:48Z</dcterms:modified>
</cp:coreProperties>
</file>